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2052E-CF9B-7390-5864-3223A01BB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378F7-1EFE-F36E-123E-BBE72F229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3F3AB-3BCE-F1DA-62F2-4A27F4A3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49833-2B6C-9979-E522-D50548482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5702B-75ED-EDAA-B58E-524FC178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1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880D9-F22E-AF7B-EC60-BB881192E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9B373-8779-27B2-4459-C3BEEE853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9052-7E86-6990-4088-C6AFD523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5869-B192-8C4F-2D60-ADC79CFA5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BEFDF-046D-0994-FC6C-5D533AA5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9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A082E-5F0F-F810-E31C-FF88DF7AD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E9606-EBBF-4E98-B382-F36456C1D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15D6B-78AC-494F-419C-9E2B67CF0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1ED-9F97-DBE7-A186-E211FA3F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068AB-07E8-5EC9-B0EB-57244BBD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8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0DED7-1FB7-BA37-7D75-D9E5C56E0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7E077-D70F-C985-62EC-3F95EEE9E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B012C-1F0C-C9F9-D1E4-7B4536BAD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43D04-AA42-9052-2B22-E4DC41DD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AE3E5-2CC1-6D44-2789-8B8928CE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E1A32-4C60-073A-5298-6F98B460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4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B9E2-02E4-095E-16B5-FD3FC299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AECE4-8973-E5D0-EC7C-593FA8BBF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69323-4767-2FB0-2DC4-34832861EE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54DD86-BAE0-4B98-EC5F-4A71FF378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13BFD-EEB6-D512-FC15-CB5979CF7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75C3A-4916-BB2F-C7AA-D4DCBB34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681AC-DB23-62F3-B3D9-3C92287A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E15DE-BA86-FC12-59A4-5E1B044D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19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F1F9-E321-57D4-3972-E2997D64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4EC42D-8B77-4D41-6530-8828457F9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F0E291-652E-4905-0944-3CEBEE62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BC792B-7931-4325-BC19-AC1C8B28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5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E0CB6A-63ED-F7D4-E21A-E2B41D37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9D221-E8C9-06D9-EF89-81053B137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87ADE-4FB3-3784-969D-AF6E6D11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6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DFDD-DBE3-554C-EBE6-E34253337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95CB3-F4A8-7176-EBC4-8EAF3D1D7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55F3B-EFD7-EC05-A6D4-3175BACC7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A33C1-A2A4-7FFC-9FE2-6EE18419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16A53-CB74-3F49-B53A-E621BCA9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E1941-0FB5-46B8-B5BD-B0C06FB3B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348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9429-2FFB-5943-B518-EA472341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77CE5-EDF1-965D-419D-64C76ACFB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B9219-AF6C-E124-CD1F-106F23BC8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98CBB-3974-58F7-FD3F-0D5CAE51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04466-B12E-2CF8-4DEA-2C6F4AE13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A5EF4-8FE2-064D-5E01-3A93F4F5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7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F81C-746F-6E16-F3AA-D16770F9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12B54-94B8-6A41-9BA5-85A962BF2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1756B-0B9C-3B15-3AD4-8707D636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D022E-787C-078A-E1EE-22F5208D9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5B7F6-17CC-0AD5-AB0C-0436BB99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0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23B6A-4AD8-9773-737F-A080A7856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2D680-D02C-4D33-4591-F14B88C7D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D5AF3-7683-2A32-D052-7654750B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70027-6984-B8A6-EA07-C646C98E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70BAD-0890-CBD5-F61F-9EE8FA266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2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EFDBC-38DD-AA54-CF3A-391803F1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CEC09-D00C-8E08-C156-C3401B95C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E80CA-E155-4A48-5D2F-DFCC9D092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692FB8-EEA0-9949-AB8C-B6C464DD384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2F5AF-73CF-3205-9FC7-4D4D91DC98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51986-F51C-DC69-B85C-82EA180CBA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40EA2-F409-F846-8B44-DCC91BAA1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2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6FCF-EEE4-0373-1817-6646FCD12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5D8BD-3D02-5B82-BE22-B5A6FE8732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AC5A8-2BF8-2C39-861F-2AA11F1F9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1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34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533E-CCAB-3AA0-8113-3B7D2D7C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B994D7-19EA-B1D7-79FE-47A2DF846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4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FD70-3E94-3386-F00B-C2BAB4834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EFBBB4-169A-5EE3-D6CA-50B55E11B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3705" cy="692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5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6097A-8998-B53F-5D4C-607A5684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46C416-C21C-E573-97BD-61ADF3918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0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3575-5FDE-59B0-A86E-28C36824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7319A1-A9ED-7761-1025-2FF35283C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98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F783-D32B-2DF7-947E-1CC7F1F5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CE82F5-060B-C539-2D5E-44FF13C72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43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0FC9-4F4E-32CF-5A18-A042C4B4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CE6350-9D4F-6DFF-E1C3-C9CF5797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9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2ED6-663E-B960-DB7A-70CE6D43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8FEA08-FF48-B396-6C57-E86C20B29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11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D0BD7-B5BF-687D-8297-591314A0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B6C2AC-9704-8C3B-DF3E-F2C501F064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22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CCF47-BD6A-F768-2084-A3A855EE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EAB12E-947D-C15C-8861-DEC1EE6B9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71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Haider Red</dc:creator>
  <cp:lastModifiedBy>Haider Red</cp:lastModifiedBy>
  <cp:revision>1</cp:revision>
  <dcterms:created xsi:type="dcterms:W3CDTF">2026-03-18T18:03:11Z</dcterms:created>
  <dcterms:modified xsi:type="dcterms:W3CDTF">2026-03-18T18:12:45Z</dcterms:modified>
</cp:coreProperties>
</file>